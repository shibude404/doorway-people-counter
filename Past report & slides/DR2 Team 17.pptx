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13853a61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13853a61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13853a61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13853a61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3853a61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3853a61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13853a6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13853a6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13853a6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13853a6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3853a61f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3853a61f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13853a61f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13853a61f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13853a61f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13853a61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13853a61f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13853a61f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13853a61f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13853a61f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13853a61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13853a61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13853a61f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13853a61f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13853a61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13853a61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Review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17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 Eddie, Ketan, Sunny, Tim, Eric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Design Choice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76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 ToF sensors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 Tripwire sensors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Tripwires detects base cases (MVS)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ToF handles edge cases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Better at detecting 2 different people walking through the door than </a:t>
            </a:r>
            <a:r>
              <a:rPr lang="en">
                <a:solidFill>
                  <a:schemeClr val="dk1"/>
                </a:solidFill>
              </a:rPr>
              <a:t>thermal camera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750" y="1190625"/>
            <a:ext cx="5139249" cy="31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 for Final Design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8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Tripwires very effective at detecting one person and person with wheelchair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Direction of people could be tracked with order of tripwires broken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ToF sensors on the very edge of doorway to track 2 people entering/exiting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Slanted ToF sensors to track direction of people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ToF sensors both ON operate on two person mode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Otherwise operate on one person mode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Performance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Base cases: &gt;95%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E3F tripwire accuracy &gt;99%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Milestone 1 passed all base cases with 100% accuracy with MVS (only tripwires)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Edge cases: ~85%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Should pass 5/6 edge cases with ToF and tripwires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 in doorway case blocks tripwires, will use ToF to track person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ToF large margin of error due to differing heights of people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531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MVS Hardware Setup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1316425"/>
            <a:ext cx="3716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Mechanical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Two E3F tripwires mounted on the same side of the door, spaced apart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Sensors secured in a mount, mount attached using Velcro to the door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712400" y="1316425"/>
            <a:ext cx="41199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Electrical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Tripwires </a:t>
            </a:r>
            <a:r>
              <a:rPr lang="en" sz="1700">
                <a:solidFill>
                  <a:schemeClr val="dk1"/>
                </a:solidFill>
              </a:rPr>
              <a:t>powered by 7.4 V LiPo battery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ESP32 powered by 5 V LiPo Battery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Tripwire outputs → voltage divider → ESP32 GPIO</a:t>
            </a:r>
            <a:endParaRPr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MVS Algorithm</a:t>
            </a:r>
            <a:endParaRPr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92675" y="1334600"/>
            <a:ext cx="4195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Monitor both tripwires continuously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</a:t>
            </a:r>
            <a:r>
              <a:rPr lang="en" sz="1600">
                <a:solidFill>
                  <a:schemeClr val="dk1"/>
                </a:solidFill>
              </a:rPr>
              <a:t>sensor</a:t>
            </a:r>
            <a:r>
              <a:rPr lang="en" sz="1600">
                <a:solidFill>
                  <a:schemeClr val="dk1"/>
                </a:solidFill>
              </a:rPr>
              <a:t> trigger is valid only if beam is broken then unbroken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Short delay prevents repeat triggers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Direction: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Sensor 1 → Sensor 2</a:t>
            </a:r>
            <a:r>
              <a:rPr lang="en" sz="1600">
                <a:solidFill>
                  <a:schemeClr val="dk1"/>
                </a:solidFill>
              </a:rPr>
              <a:t> →</a:t>
            </a:r>
            <a:r>
              <a:rPr lang="en" sz="1600">
                <a:solidFill>
                  <a:schemeClr val="dk1"/>
                </a:solidFill>
              </a:rPr>
              <a:t> Entering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Sensor 2 → Sensor 1</a:t>
            </a:r>
            <a:r>
              <a:rPr lang="en" sz="1600">
                <a:solidFill>
                  <a:schemeClr val="dk1"/>
                </a:solidFill>
              </a:rPr>
              <a:t> →</a:t>
            </a:r>
            <a:r>
              <a:rPr lang="en" sz="1600">
                <a:solidFill>
                  <a:schemeClr val="dk1"/>
                </a:solidFill>
              </a:rPr>
              <a:t> Exiting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975" y="0"/>
            <a:ext cx="442686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723" y="3982100"/>
            <a:ext cx="1881097" cy="116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MVS Cases Addressed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160900" cy="3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All Base Cases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Edge Cases: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Two people opposite directions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Walks part way in then walks out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 in wheelchair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 pushing person in wheelchair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 Addressed: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Two people same direction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 blocking doorway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Specifications for Final Product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691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 Tripwire sensors able to get most cases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 ToF sensors for edge cases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Needed when 2 people walk through at the same time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Able to count what the tripwires cannot detect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4250" y="2690600"/>
            <a:ext cx="4449749" cy="245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90600"/>
            <a:ext cx="4136427" cy="24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Design Hardware Setup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420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Mechanical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Two E3F tripwires mounted on the same side of the door, spaced apart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Two PCB1540 ToF sensors mounted on top of door frame, one on each side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Both sensors secured in mount, mount attached using Velcro to the door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697450" y="1132275"/>
            <a:ext cx="420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Electrical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Tripwires powered by 7.4 V LiPo battery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ESP32 powered by 5 V LiPo Battery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ToF sensors powered by ESP32 3.3V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Sensor outputs connect to ESP32 GPIO and I2C pins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Design Algorithm</a:t>
            </a:r>
            <a:endParaRPr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813" y="1068475"/>
            <a:ext cx="6510379" cy="407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Case Addressed: Two people same direction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Condition: both TOF on, distance readings both increasing/both decreasing, within certain range (dependent on doorway and person height)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condition satisfied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Same tripwire counting 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Count +2 i</a:t>
            </a:r>
            <a:r>
              <a:rPr lang="en">
                <a:solidFill>
                  <a:schemeClr val="dk1"/>
                </a:solidFill>
              </a:rPr>
              <a:t>nstead of +1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375" y="3209350"/>
            <a:ext cx="3132727" cy="193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Case Addressed: Continuously Broken Tripwires 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 standing in doorway - triggered when tripwire blocked &gt; 1 sec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ToF distance readings to determine walking person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Both sensors should be 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Blocking person - distance should not change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Walking person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Distance increasing: entering, increase count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Distance decreasing: exiting, decrease count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375" y="3209350"/>
            <a:ext cx="3132727" cy="193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Weaknesses of Design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ToF sensitivity to height &amp; positioning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Distance readings vary with user height (children vs adults)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Can introduce error when estimating number of people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Difficulty with closely grouped people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Two people walking side-by-side or very close may be counted as one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Especially challenging if moving at similar speed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Sensor alignment and installation sensitivity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Performance depends heavily on precise mounting angle and position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Misalignment reduces accuracy significantly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0" y="175850"/>
            <a:ext cx="616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Schedule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 rotWithShape="1">
          <a:blip r:embed="rId3">
            <a:alphaModFix/>
          </a:blip>
          <a:srcRect b="0" l="369" r="0" t="0"/>
          <a:stretch/>
        </p:blipFill>
        <p:spPr>
          <a:xfrm>
            <a:off x="26225" y="914200"/>
            <a:ext cx="7148176" cy="4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/>
          <p:cNvPicPr preferRelativeResize="0"/>
          <p:nvPr/>
        </p:nvPicPr>
        <p:blipFill rotWithShape="1">
          <a:blip r:embed="rId4">
            <a:alphaModFix/>
          </a:blip>
          <a:srcRect b="0" l="0" r="6655" t="0"/>
          <a:stretch/>
        </p:blipFill>
        <p:spPr>
          <a:xfrm>
            <a:off x="7297250" y="914200"/>
            <a:ext cx="1723900" cy="8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