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23d877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23d877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23d877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23d877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Demonstration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Ketan, Eric, Sunny, Tim, Eddie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755" y="1017725"/>
            <a:ext cx="6682495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Consumption Analysis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Battery Capacity = 2200 mAh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E3F sensors average </a:t>
            </a:r>
            <a:r>
              <a:rPr lang="en"/>
              <a:t>current</a:t>
            </a:r>
            <a:r>
              <a:rPr lang="en"/>
              <a:t> consumption = 8 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TOF sensors average current consumption =  16 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ESP-32 average current consumption = 80 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Resistive dividers average current consumption = 5 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Battery Energy = 7.4 V * 2.2Ah = 16.28 Wh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Battery Life = 2200 mAh / (80 + 2 * 8 + 2 * 16 + 5) mA = 16.5 hours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