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aba7f77b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aba7f77b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aba7f77b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aba7f77b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aba7f77b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aba7f77b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aba7f77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aba7f77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aba7f77b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aba7f77b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a951865e1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a951865e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aba7f77b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aba7f77b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aba7f77b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aba7f77b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a951865e1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a951865e1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0R8aGjVpCdxl3LbtEfYxd2fc3zDuXu66/view" TargetMode="External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ZVgQduKKxLwQsHRlUaJy56wn804LE07N/view" TargetMode="External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BvOydQz1do9OKaBx0_XkXqkyy3R3DF5M/view" TargetMode="External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DL7sPbq1OgE0m1wiY6JydQ-R1wVh-ilF/view" TargetMode="External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06ogZgkDm3HKZm8IRpPTiuzwY7GIKOUU/view" TargetMode="External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fnq5OIctGJvrBNvROdwKaBeW7ZMDFwj0/view" TargetMode="External"/><Relationship Id="rId4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H0EDtPbBUyL_jVt1jr-YfKPgAyFV8FyH/view" TargetMode="External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1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Eric, Sunny, Tim, Eddie, and Ketan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509050" y="834525"/>
            <a:ext cx="56748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1: </a:t>
            </a:r>
            <a:r>
              <a:rPr i="1" lang="en"/>
              <a:t>Regular Walking</a:t>
            </a:r>
            <a:endParaRPr i="1"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5431800" cy="26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Sensor is able to detect a person walking through the door both ways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Software is incrementing the count by 1 only when the beam is broken, then unbroken.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36" name="Google Shape;136;p14" title="IMG_1723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0791" y="0"/>
            <a:ext cx="2893220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2: </a:t>
            </a:r>
            <a:r>
              <a:rPr i="1" lang="en"/>
              <a:t>Slow Walking</a:t>
            </a:r>
            <a:endParaRPr i="1"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819150" y="1990725"/>
            <a:ext cx="5431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Sensor is able to detect a person walking through the door slowly without double counting</a:t>
            </a:r>
            <a:endParaRPr sz="2400"/>
          </a:p>
        </p:txBody>
      </p:sp>
      <p:pic>
        <p:nvPicPr>
          <p:cNvPr id="143" name="Google Shape;143;p15" title="IMG_1729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0791" y="0"/>
            <a:ext cx="2893220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3: </a:t>
            </a:r>
            <a:r>
              <a:rPr i="1" lang="en"/>
              <a:t>Fast Walking</a:t>
            </a:r>
            <a:endParaRPr i="1"/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819150" y="1990725"/>
            <a:ext cx="5431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Sensor is able to detect a person walking through the door quickly without missing counts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Sampling time of the sensor ( 3 samples of 50 ms) is set optimally to account for fast speeds</a:t>
            </a:r>
            <a:endParaRPr sz="2400"/>
          </a:p>
        </p:txBody>
      </p:sp>
      <p:pic>
        <p:nvPicPr>
          <p:cNvPr id="150" name="Google Shape;150;p16" title="IMG_1730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0791" y="0"/>
            <a:ext cx="2893220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4: </a:t>
            </a:r>
            <a:r>
              <a:rPr i="1" lang="en"/>
              <a:t>Multiple People</a:t>
            </a:r>
            <a:endParaRPr i="1"/>
          </a:p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819150" y="1990725"/>
            <a:ext cx="5431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Sensor is able to detect a stream of people walking through with tight gaps in between</a:t>
            </a:r>
            <a:endParaRPr/>
          </a:p>
        </p:txBody>
      </p:sp>
      <p:pic>
        <p:nvPicPr>
          <p:cNvPr id="157" name="Google Shape;157;p17" title="IMG_1727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0791" y="0"/>
            <a:ext cx="2893220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5: </a:t>
            </a:r>
            <a:r>
              <a:rPr i="1" lang="en"/>
              <a:t>Side by Side</a:t>
            </a:r>
            <a:endParaRPr i="1"/>
          </a:p>
        </p:txBody>
      </p:sp>
      <p:pic>
        <p:nvPicPr>
          <p:cNvPr id="163" name="Google Shape;163;p18" title="IMG_1728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0791" y="0"/>
            <a:ext cx="2893220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819150" y="1990725"/>
            <a:ext cx="5431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Sensor is unable to detect two people entering simultaneously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The beam is broken only once, hence a single count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6: </a:t>
            </a:r>
            <a:r>
              <a:rPr i="1" lang="en"/>
              <a:t>Wheelchair</a:t>
            </a:r>
            <a:endParaRPr i="1"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819150" y="1990725"/>
            <a:ext cx="45783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Sensor</a:t>
            </a:r>
            <a:r>
              <a:rPr lang="en" sz="2400"/>
              <a:t> is able to detect a person in a wheelchair going through.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The sensor is set to a suitable height for people in wheelchairs.</a:t>
            </a:r>
            <a:endParaRPr sz="2400"/>
          </a:p>
        </p:txBody>
      </p:sp>
      <p:pic>
        <p:nvPicPr>
          <p:cNvPr id="171" name="Google Shape;171;p19" title="IMG_1724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0791" y="0"/>
            <a:ext cx="2893220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313800" y="845600"/>
            <a:ext cx="61512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7: </a:t>
            </a:r>
            <a:r>
              <a:rPr i="1" lang="en"/>
              <a:t>Person and Wheelchair</a:t>
            </a:r>
            <a:endParaRPr i="1" sz="2300"/>
          </a:p>
        </p:txBody>
      </p:sp>
      <p:pic>
        <p:nvPicPr>
          <p:cNvPr id="177" name="Google Shape;177;p20" title="IMG_1725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0791" y="0"/>
            <a:ext cx="2893220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819150" y="1990725"/>
            <a:ext cx="5431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Sensor is able to detect a person pushing a wheelchair as two people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The sensor is set to a suitable height that sees the gap in between the wheelchair and person pushing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Results</a:t>
            </a:r>
            <a:endParaRPr/>
          </a:p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Passed: Regular Walking, Slow Walking, Fast Walking, Multiple People, Wheelchair, Person and Wheelchair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Failed: Side by Side (counted 1)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Next steps: Count people entering/exiting door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Mitigating Problems/Challenges</a:t>
            </a:r>
            <a:endParaRPr/>
          </a:p>
        </p:txBody>
      </p:sp>
      <p:sp>
        <p:nvSpPr>
          <p:cNvPr id="190" name="Google Shape;190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Add thermal sensor to detect edge cases (i.e. 2 people side by side)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Use two parallel tripwires to count people entering/exiting door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Do early testing for communication between sensors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