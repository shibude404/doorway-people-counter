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2B9E4E-7495-499E-B3B7-0245E17BB99D}">
  <a:tblStyle styleId="{CA2B9E4E-7495-499E-B3B7-0245E17BB9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bd6fa4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bd6fa4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7bd6fa4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7bd6fa4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bd6fa4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7bd6fa4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85aa823d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85aa823d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7bd6fa47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7bd6fa47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bd6fa47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7bd6fa47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bd6fa47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7bd6fa47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7bd6fa47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7bd6fa47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7bd6fa47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7bd6fa47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bd6fa47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7bd6fa47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bd6fa47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bd6fa47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7bd6fa47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7bd6fa47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7bd6fa47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7bd6fa47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7bd6fa471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7bd6fa471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7bd6fa471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7bd6fa471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Review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17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 Eddie, Ketan, Sunny, Tim, Eric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ToF Sensors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27675" y="1017725"/>
            <a:ext cx="592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S</a:t>
            </a:r>
            <a:r>
              <a:rPr lang="en" sz="2000">
                <a:solidFill>
                  <a:schemeClr val="dk1"/>
                </a:solidFill>
              </a:rPr>
              <a:t>ensors angled downwards for each door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Uses distance and change in distance to determine if someone goes in or out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Pros: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Cheap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Easy to program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Cons: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Bad with crowds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Detects all objects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Needs another system to ensure it works as intended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31569" l="26939" r="27967" t="25632"/>
          <a:stretch/>
        </p:blipFill>
        <p:spPr>
          <a:xfrm>
            <a:off x="6241225" y="274550"/>
            <a:ext cx="2591075" cy="173872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Camera with People Recognition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017725"/>
            <a:ext cx="563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Top of doors angled down to detect people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Uses computational analysis to detect in or out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Pros: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Very accurate for single person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Only one needed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Cons: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Heavily reliant on good computation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Hard to do on ESP32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Bad with crowds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Expensive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17858" l="21142" r="0" t="13719"/>
          <a:stretch/>
        </p:blipFill>
        <p:spPr>
          <a:xfrm>
            <a:off x="5691450" y="2579125"/>
            <a:ext cx="3243147" cy="198974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7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 Camera with Tripwires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67225" y="1051350"/>
            <a:ext cx="63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Thermal Camera </a:t>
            </a:r>
            <a:r>
              <a:rPr lang="en" sz="2000">
                <a:solidFill>
                  <a:schemeClr val="dk1"/>
                </a:solidFill>
              </a:rPr>
              <a:t>at top of door </a:t>
            </a:r>
            <a:r>
              <a:rPr lang="en" sz="2000">
                <a:solidFill>
                  <a:schemeClr val="dk1"/>
                </a:solidFill>
              </a:rPr>
              <a:t>with tripwires horizontally on the door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Tripwires to see if going in or out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Thermal for ensuring it is human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Pros: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Can detect all edge cases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2 systems able to do what the other cannot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Cons: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Can be difficult to program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Thermal camera harder to </a:t>
            </a:r>
            <a:r>
              <a:rPr lang="en" sz="2000">
                <a:solidFill>
                  <a:schemeClr val="dk1"/>
                </a:solidFill>
              </a:rPr>
              <a:t>set up</a:t>
            </a:r>
            <a:r>
              <a:rPr lang="en" sz="2000">
                <a:solidFill>
                  <a:schemeClr val="dk1"/>
                </a:solidFill>
              </a:rPr>
              <a:t> with the right angle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11875" l="19187" r="17005" t="2509"/>
          <a:stretch/>
        </p:blipFill>
        <p:spPr>
          <a:xfrm>
            <a:off x="6984700" y="644100"/>
            <a:ext cx="1847604" cy="1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16541" l="11562" r="10840" t="0"/>
          <a:stretch/>
        </p:blipFill>
        <p:spPr>
          <a:xfrm>
            <a:off x="6382650" y="2761550"/>
            <a:ext cx="2638499" cy="200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6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Ranked Design</a:t>
            </a:r>
            <a:endParaRPr/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311713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{CA2B9E4E-7495-499E-B3B7-0245E17BB99D}</a:tableStyleId>
              </a:tblPr>
              <a:tblGrid>
                <a:gridCol w="1284450"/>
                <a:gridCol w="1150000"/>
                <a:gridCol w="1057525"/>
                <a:gridCol w="1418950"/>
                <a:gridCol w="1175200"/>
                <a:gridCol w="1217225"/>
                <a:gridCol w="1217225"/>
              </a:tblGrid>
              <a:tr h="10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Sensor Type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Accuracy (5)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Cost (2)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Power Consumption (4)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Feasibility (5)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Integration Complexity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(3)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Total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Time of Flight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Camera + People Recognition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Thermal Camera + Tripwire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73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5414850" y="2735175"/>
            <a:ext cx="3182400" cy="192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Numbers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Thermal Sensor- </a:t>
            </a:r>
            <a:r>
              <a:rPr lang="en" sz="2000">
                <a:solidFill>
                  <a:schemeClr val="dk1"/>
                </a:solidFill>
              </a:rPr>
              <a:t>AMG8833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Tripwire- E3F series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450" y="445020"/>
            <a:ext cx="2297225" cy="17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438" y="2366050"/>
            <a:ext cx="2297226" cy="229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#1 Setup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Setup basic hardware/install library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Write test code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Thermal Sensor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Adafruit AMG88xx library has test code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Tripwire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Output beam clear/broken from receiver state high/low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Test for latency &amp; power consumption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#2 Tripwire detection accuracy (one person)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066250"/>
            <a:ext cx="8520600" cy="3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Objective: Validate tripwire </a:t>
            </a:r>
            <a:r>
              <a:rPr lang="en" sz="2000">
                <a:solidFill>
                  <a:schemeClr val="dk1"/>
                </a:solidFill>
              </a:rPr>
              <a:t>reliably</a:t>
            </a:r>
            <a:r>
              <a:rPr lang="en" sz="2000">
                <a:solidFill>
                  <a:schemeClr val="dk1"/>
                </a:solidFill>
              </a:rPr>
              <a:t> detects a </a:t>
            </a:r>
            <a:r>
              <a:rPr lang="en" sz="2000">
                <a:solidFill>
                  <a:schemeClr val="dk1"/>
                </a:solidFill>
              </a:rPr>
              <a:t>single</a:t>
            </a:r>
            <a:r>
              <a:rPr lang="en" sz="2000">
                <a:solidFill>
                  <a:schemeClr val="dk1"/>
                </a:solidFill>
              </a:rPr>
              <a:t> person </a:t>
            </a:r>
            <a:r>
              <a:rPr lang="en" sz="2000">
                <a:solidFill>
                  <a:schemeClr val="dk1"/>
                </a:solidFill>
              </a:rPr>
              <a:t>crossing</a:t>
            </a:r>
            <a:r>
              <a:rPr lang="en" sz="2000">
                <a:solidFill>
                  <a:schemeClr val="dk1"/>
                </a:solidFill>
              </a:rPr>
              <a:t> the doorway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Setup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2 horizontal + one angled sensor at trunk height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Timestamp </a:t>
            </a:r>
            <a:r>
              <a:rPr lang="en" sz="2000">
                <a:solidFill>
                  <a:schemeClr val="dk1"/>
                </a:solidFill>
              </a:rPr>
              <a:t>logging</a:t>
            </a:r>
            <a:r>
              <a:rPr lang="en" sz="2000">
                <a:solidFill>
                  <a:schemeClr val="dk1"/>
                </a:solidFill>
              </a:rPr>
              <a:t> for each sensor trigger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Crossing rule: event </a:t>
            </a:r>
            <a:r>
              <a:rPr lang="en" sz="2000">
                <a:solidFill>
                  <a:schemeClr val="dk1"/>
                </a:solidFill>
              </a:rPr>
              <a:t>declared</a:t>
            </a:r>
            <a:r>
              <a:rPr lang="en" sz="2000">
                <a:solidFill>
                  <a:schemeClr val="dk1"/>
                </a:solidFill>
              </a:rPr>
              <a:t> if ≥2 sensors trigger within 300m</a:t>
            </a:r>
            <a:r>
              <a:rPr lang="en" sz="2000">
                <a:solidFill>
                  <a:schemeClr val="dk1"/>
                </a:solidFill>
              </a:rPr>
              <a:t>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#2 Tripwire detection accuracy (one person)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052550"/>
            <a:ext cx="8520600" cy="3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Procedure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30 true crossings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10 slow walk + 10 normal walk + 10 fast walk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15 non-crossing trials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Walk near doorway but not cross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Pause at edge and step back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Door motion without crossing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Mertics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Detection Rate = TP / (TP + FN)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False trigger rate = FP / non-crossing trials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6903250" y="3841525"/>
            <a:ext cx="17475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* TP: True Positive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FN: False Negative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FP: False Positive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#3 Tripwire </a:t>
            </a:r>
            <a:r>
              <a:rPr lang="en"/>
              <a:t>direction (one person)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06339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Objective: Verify sensor </a:t>
            </a:r>
            <a:r>
              <a:rPr lang="en" sz="2000">
                <a:solidFill>
                  <a:schemeClr val="dk1"/>
                </a:solidFill>
              </a:rPr>
              <a:t>trigger</a:t>
            </a:r>
            <a:r>
              <a:rPr lang="en" sz="2000">
                <a:solidFill>
                  <a:schemeClr val="dk1"/>
                </a:solidFill>
              </a:rPr>
              <a:t> order can determine directions (IN vs OUT)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Setup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Same tripwire configuration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Direction determined by trigger order or Δt </a:t>
            </a:r>
            <a:r>
              <a:rPr lang="en" sz="2000">
                <a:solidFill>
                  <a:schemeClr val="dk1"/>
                </a:solidFill>
              </a:rPr>
              <a:t>between</a:t>
            </a:r>
            <a:r>
              <a:rPr lang="en" sz="2000">
                <a:solidFill>
                  <a:schemeClr val="dk1"/>
                </a:solidFill>
              </a:rPr>
              <a:t> sensors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Log </a:t>
            </a:r>
            <a:r>
              <a:rPr lang="en" sz="2000">
                <a:solidFill>
                  <a:schemeClr val="dk1"/>
                </a:solidFill>
              </a:rPr>
              <a:t>timestamps</a:t>
            </a:r>
            <a:r>
              <a:rPr lang="en" sz="2000">
                <a:solidFill>
                  <a:schemeClr val="dk1"/>
                </a:solidFill>
              </a:rPr>
              <a:t> for all triggers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#3 Tripwire direction (one person)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06339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Procedure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20 IN trials + 20 OUT trials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Mix of slow, normal, and fast walking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Metrics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Direction accuracy = correct predictions / total trials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Δt between sensors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Performance AMG8833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Accuracy: 85-90% for basic human presence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Range: 2-3 m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Mounted top down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Resolution: 8*8 pixels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Might have some trouble distinguishing between multiple people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Latency: 100 ms per update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Power consumption: 4.5 mA at 3.3 V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Performance E3F Sensors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Accuracy: &gt;99% for triggers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Range: 5 m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Enough to cover door horizontally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Latency: 1.5-2.5 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Power consumption: 10-20 mA at 3.3 V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2 E3F sensors in use, double power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Performance of The System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One person: &gt;99%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Tripwire will trigger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Multiple people ~80%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Significant drop in accuracy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Improvements could be made by processing data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Tripwire trigger time and order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Heat map from thermal sensor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False positive for objects &lt;10% (dependent on object)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Thermal sensor filters out low heat emitting objects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Tripwire filters out objects below waist level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215400" y="626950"/>
            <a:ext cx="58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MS1 Testing Plan</a:t>
            </a:r>
            <a:endParaRPr/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13" y="1402625"/>
            <a:ext cx="8866173" cy="2659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Term Project Plan</a:t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0" y="1456600"/>
            <a:ext cx="8860700" cy="26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