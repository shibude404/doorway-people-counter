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EB2700-307F-49A5-94B1-478069033CDD}">
  <a:tblStyle styleId="{98EB2700-307F-49A5-94B1-478069033C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4ffb38d6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4ffb38d6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4ffb38d6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4ffb38d6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4ffb38d6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4ffb38d6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4ffb38d6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4ffb38d6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4ffb38d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4ffb38d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ffb38d6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4ffb38d6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2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Eric, Sunny, Tim, Eddie, and Ketan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Case: Two people walking in at the same time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addition to MVS, we will use two TOF sensors mounted close to the top corners of the door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They will be mounted at an angle of 10 degrees, to determine </a:t>
            </a:r>
            <a:r>
              <a:rPr lang="en" sz="2000"/>
              <a:t>whether</a:t>
            </a:r>
            <a:r>
              <a:rPr lang="en" sz="2000"/>
              <a:t> a person is entering or exiting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both TOFs trigger, we will know that two people are walking into and out of the room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Case 2: Person standing next to the door while another person walks out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Person in the door will block laser sensors from registering person walking in or out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two TOF sensors alone will determine if a person is entering or exiting the room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one of the TOF sensors is triggered and the values of distance are increasing or decreasing respectively, then the person in the room is entering or exiting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Mitigation of Errors in Readings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7133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Lots of testing to determine the best threshold for TOF sensors to register that a person is walking </a:t>
            </a:r>
            <a:r>
              <a:rPr lang="en" sz="2000"/>
              <a:t>through</a:t>
            </a:r>
            <a:r>
              <a:rPr lang="en" sz="2000"/>
              <a:t> the door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Create algorithm based upon these tests to determine how a series of specific distance measurements correspond to entering and exiting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TOF sensors will be set as the backup sensors in our algorithm, meaning that the laser output will be the only one used for base cases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Mounting and Integration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758725" y="149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Tripwire Sensors: Mounting using our 3D printed brackets, on the side of the door, that put the two sensors at a set distance from one another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Transmitter and Receiver for each of the sensors are also lined up through our mount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TOF sensors: Mounted using 3D printed brackets, providing TOF sensors an angle of 10 degrees, and securing each sensor close to the corners of the door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758725" y="4827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Budget/Financial Status</a:t>
            </a:r>
            <a:endParaRPr/>
          </a:p>
        </p:txBody>
      </p:sp>
      <p:graphicFrame>
        <p:nvGraphicFramePr>
          <p:cNvPr id="159" name="Google Shape;159;p18"/>
          <p:cNvGraphicFramePr/>
          <p:nvPr/>
        </p:nvGraphicFramePr>
        <p:xfrm>
          <a:off x="1371025" y="127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{98EB2700-307F-49A5-94B1-478069033CDD}</a:tableStyleId>
              </a:tblPr>
              <a:tblGrid>
                <a:gridCol w="3140550"/>
                <a:gridCol w="3140550"/>
              </a:tblGrid>
              <a:tr h="37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</a:t>
                      </a:r>
                      <a:endParaRPr/>
                    </a:p>
                  </a:txBody>
                  <a:tcPr marT="91425" marB="91425" marR="91425" marL="91425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x E3F sensors</a:t>
                      </a:r>
                      <a:endParaRPr/>
                    </a:p>
                  </a:txBody>
                  <a:tcPr marT="91425" marB="91425" marR="91425" marL="91425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$18.58 * 2 = $37.16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TOF Sensors VL350X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$6.99</a:t>
                      </a:r>
                      <a:endParaRPr/>
                    </a:p>
                  </a:txBody>
                  <a:tcPr marT="91425" marB="91425" marR="91425" marL="9142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Urgenex 7.4 2200 mAh Lipo battery (x2)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$27.99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Hook and Loop Tape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$6.99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Tax + $5 per order towards the budget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$4.74 + $5.00 = $9.74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PCB + shipping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$42.14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x tsr 1-2450 voltage converters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$19.58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Total Cost of Materials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$150.59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for Financial Status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have about $50 remaining within the budget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This can be used to purchase additional components like wires, connectors, and additional small components that will make our system easier to use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 of right now, there are no more purchases we have to make for our final system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